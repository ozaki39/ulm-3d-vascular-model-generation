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mean-2p0-mmps/FLOW_2MMPS_VALIDATION.json, actual VTU boundary surface integration. Conversion: Q [µL/min] = Q [m³/s] × 6 × 10^10. The signed outward inlet flux is negative; the table shows its magnitude. Independently rounded percentages sum to 100.01%.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772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Boundary volume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26172"/>
                </a:solidFill>
              </a:defRPr>
            </a:pPr>
            <a:r>
              <a:t>New flow field | Mean inlet speed: 2.0 mm/s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057400"/>
          <a:ext cx="1090879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0829"/>
                <a:gridCol w="4145340"/>
                <a:gridCol w="3872621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Boundary</a:t>
                      </a:r>
                    </a:p>
                  </a:txBody>
                  <a:tcPr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 flow (µL/min)</a:t>
                      </a:r>
                    </a:p>
                  </a:txBody>
                  <a:tcPr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Flow relative to inlet</a:t>
                      </a:r>
                    </a:p>
                  </a:txBody>
                  <a:tcPr anchor="ctr">
                    <a:solidFill>
                      <a:srgbClr val="5B9BD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Inlet</a:t>
                      </a:r>
                    </a:p>
                  </a:txBody>
                  <a:tcPr anchor="ctr">
                    <a:solidFill>
                      <a:srgbClr val="D2DF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9.308 × 10⁻⁴</a:t>
                      </a:r>
                    </a:p>
                  </a:txBody>
                  <a:tcPr anchor="ctr">
                    <a:solidFill>
                      <a:srgbClr val="D2DF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D2DFF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Outlet 01</a:t>
                      </a:r>
                    </a:p>
                  </a:txBody>
                  <a:tcPr anchor="ctr"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3.963 × 10⁻⁵</a:t>
                      </a:r>
                    </a:p>
                  </a:txBody>
                  <a:tcPr anchor="ctr"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4.26%</a:t>
                      </a:r>
                    </a:p>
                  </a:txBody>
                  <a:tcPr anchor="ctr">
                    <a:solidFill>
                      <a:srgbClr val="E9EF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Outlet 02</a:t>
                      </a:r>
                    </a:p>
                  </a:txBody>
                  <a:tcPr anchor="ctr">
                    <a:solidFill>
                      <a:srgbClr val="D2DF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7.931 × 10⁻⁴</a:t>
                      </a:r>
                    </a:p>
                  </a:txBody>
                  <a:tcPr anchor="ctr">
                    <a:solidFill>
                      <a:srgbClr val="D2DF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85.21%</a:t>
                      </a:r>
                    </a:p>
                  </a:txBody>
                  <a:tcPr anchor="ctr">
                    <a:solidFill>
                      <a:srgbClr val="D2DFF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Outlet 03</a:t>
                      </a:r>
                    </a:p>
                  </a:txBody>
                  <a:tcPr anchor="ctr"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9.808 × 10⁻⁵</a:t>
                      </a:r>
                    </a:p>
                  </a:txBody>
                  <a:tcPr anchor="ctr"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10.54%</a:t>
                      </a:r>
                    </a:p>
                  </a:txBody>
                  <a:tcPr anchor="ctr"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2120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26172"/>
                </a:solidFill>
              </a:defRPr>
            </a:pPr>
            <a:r>
              <a:t>Flow magnitudes are shown; each percentage is relative to the measured inlet 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