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本表按用户要求显示施加的边界条件。入口采用 Dir + Impose_flux，指定流量，不指定压力；三个出口采用 Neu + Value=0，即零法向牵引边界（Pa）。出口的 0 是边界载荷设置，不是求解得到的截面平均压力，也不是压力节点强制为零。流量列及比例仍为当前 mean-2p0-mmps 工况 step 71 的计算结果；流量换算因子为 6 × 10^10 µL/min per m³/s。各出口比例分别四舍五入后合计 100.01%。Boundary conditions were read from the actual solver.xml; no solver parameters were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Boundary conditions and volume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Mean inlet speed: 2.0 mm/s | Imposed conditions and computed flow rates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011680"/>
          <a:ext cx="1100023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41"/>
                <a:gridCol w="3520074"/>
                <a:gridCol w="2750058"/>
                <a:gridCol w="2750058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Boundary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Pressure / traction</a:t>
                      </a:r>
                    </a:p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BC (Pa)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 flow</a:t>
                      </a:r>
                    </a:p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(µL/min)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Flow relative to</a:t>
                      </a:r>
                    </a:p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inlet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Inlet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prescribed</a:t>
                      </a:r>
                    </a:p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(flow inlet)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9.308 × 10⁻⁴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Outlet 01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 (zero traction)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3.963 × 10⁻⁵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4.26%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Outlet 02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 (zero traction)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7.931 × 10⁻⁴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85.21%</a:t>
                      </a:r>
                    </a:p>
                  </a:txBody>
                  <a:tcPr anchor="ctr">
                    <a:solidFill>
                      <a:srgbClr val="D2DF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Outlet 03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 (zero traction)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9.808 × 10⁻⁵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10.54%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468112"/>
            <a:ext cx="110002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6172"/>
                </a:solidFill>
              </a:defRPr>
            </a:pPr>
            <a:r>
              <a:t>BC = boundary condition. Inlet: prescribed flow; outlets: zero traction (Neumann).</a:t>
            </a:r>
          </a:p>
          <a:p>
            <a:pPr>
              <a:defRPr sz="1400">
                <a:solidFill>
                  <a:srgbClr val="526172"/>
                </a:solidFill>
              </a:defRPr>
            </a:pPr>
            <a:r>
              <a:t>The flow columns show computed magnitudes. Zero traction does not impose zero nodal pressure.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